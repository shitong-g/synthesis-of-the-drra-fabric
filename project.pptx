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71" r:id="rId4"/>
    <p:sldId id="272" r:id="rId5"/>
    <p:sldId id="273" r:id="rId6"/>
    <p:sldId id="274" r:id="rId7"/>
    <p:sldId id="275" r:id="rId8"/>
    <p:sldId id="27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5EF4A-A062-41AE-A148-247D25B4993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71C43-F96B-4F0F-83EF-0E19C3A99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14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78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E9F2-167D-FC5D-3AD1-88C2356D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19987A-3DFC-7971-C683-A84026BE1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5129D0-DD77-3044-AECE-D807E2787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94D751-1DCE-5B0D-C455-F4159D305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867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F499-6F2F-01BF-1567-54565343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3EC595-9B96-D052-C5E0-F86678632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0AC58B-5042-A35D-E092-839CC6BFF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F841F-B8BC-777A-AC53-4200FA200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6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B6EF-8F75-D6AE-8757-8FA127E8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B78BEB-34A5-2E1E-D79A-6AF2CED98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79883A-A750-C179-111B-5F974F72F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D578E4-84D6-08FC-488B-2B2A1FA36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50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272E-3A4F-5005-826D-E3BCE9B0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8EC3A2-6C44-DD76-9E63-84255A92C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86EC59-EC94-D5FF-BB04-974B0DD73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E9B43-168E-1B0D-D7CB-121C1761B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50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A64C-FCC7-1372-AACB-4BEE7D54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17D9E-FC3A-82F8-0B41-29CF14A14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8C6403-8289-BE56-9B20-7982971DB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B7358-8213-539A-F587-2FF04D478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762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C02B8-8D56-4CFE-82D8-8428C5997B0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90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422C5-8402-1611-D308-DE1E08FF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8EB376-9463-1775-BD91-4942A42A1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0ADB9-A209-BAF2-C9CE-E705E726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B19AD-4C08-CBF8-3210-91CFA2A0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95914-9A2C-092D-2270-2CBCEE54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5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07F52-EAD2-279C-F7FA-7B9BCED3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105B1-4218-751B-1378-94D084F9C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AC9F6-DEFB-23E1-FB60-F1F73AF1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233D6-19D7-EB16-05A8-824B5A12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84CF8C-0CC8-18FC-33DF-99AF8FD6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7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6970F-E93D-FF56-9569-C2694C42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7F37CC-526D-ABBD-DB34-1B2D3DF50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DC75C-3BC8-270E-9C51-98B1C3A4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6BE1E-EA3D-4773-5757-8F197BEA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5C090E-40C5-B552-2F69-8FA81900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54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9D387-EB57-F9C8-FA61-221977F3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60E86-D730-80D0-2506-624B334AD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74F36-6730-26EC-EAC7-18716809E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BFCB5B-0B0D-F49A-7413-CACCEBDE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5F419C-448C-0238-27C7-B6A7F5D7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DB5B37-21C0-95E8-5397-62FC76DF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7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A1DD0-5147-BCE7-4349-4F65070C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0454B9-2B8D-4263-47E7-7A9D5503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246C24-71C5-3620-2690-BC7645416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FAC1BF-F4A9-B259-5AA2-35641EC23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E7ACC7-5ABB-46DA-6434-2E6D541ED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5860E1-5526-DAF9-F453-38DBAF1E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FFF0ED-0E74-374C-CBE2-9914AD4B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E48A6B-3A18-33CD-5DA5-6C9BC5D6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51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309AC-2096-DDC2-CB74-D8568D60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E5F44C-7CFF-7025-B9F2-1A984B52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B2FA49-3089-AD87-2DE5-6C5ECF34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0F04DA-8A8E-AC12-99F0-59C36F05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2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CF00F7-0170-146B-FADD-B19614B0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5D9410-9023-C12E-C881-75C2DB42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95E278-264F-E2EA-454C-A1DE1F7A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25855-2333-89A7-1567-CC4C4404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0668A-742C-2750-38BF-CDE6530D0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FB761-4821-F151-F843-99F62EB21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639E62-6615-A76B-8041-B28AF2C3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42109C-3482-C4CE-97C3-DE2BC0BB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B67A1A-AA7F-A434-AE5A-0CEF658D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50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9A2E1-09B3-BDE6-60AB-BDA7B9C9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7C1F5F-4D34-61F2-6B26-B871CD2CB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C8BA79-BC69-91ED-56ED-C6D6C9AEE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B6428C-9B35-5AD1-F15F-D0707F49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D2A117-74C8-07B9-35A1-4C0AF722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83369-9C5E-8216-A9F9-C89A5390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6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7C42-A3D6-5F32-8C0C-F367CC6D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6004C7-BF08-66DC-FD5B-0A44BE9F5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C47F0-26DE-223C-928A-F29C755BF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8A129-30A8-89F1-C5A4-B2710FAC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86F26-208D-FA40-C99E-3F6B6FDD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18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17BEEF-74C3-B849-A0E4-C6E984AEB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4F992C-0176-589F-5DB7-28DF35AE2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68FC4-4527-7F30-2FDB-713FF4F1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C2262-1456-9BEC-A188-AFF9834B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195BD-807D-128D-0CF7-214A09CF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67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7A0DF8-089C-B062-4752-332ADE5D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43D49D-F0B0-FA87-894F-4BE511D8E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A9E4F0-701E-D021-BBB1-4B3217C99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61A52-B55C-4BA8-A7F3-B11E14D5A8F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F9EE7-EE49-45F9-FE5F-C45CC922F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78D7D-03DD-13E0-D8AB-F88E99D55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39282-CD0E-434F-A09D-DC0E4D796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1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6A5F6-6F73-6AC1-CD21-00B46EA9E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IL2225 Project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2BBC19-25A8-B9A9-7ED1-9CB989EF1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Project Group 20</a:t>
            </a:r>
          </a:p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Jinye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Gong, </a:t>
            </a:r>
          </a:p>
          <a:p>
            <a:r>
              <a:rPr lang="en-US" altLang="zh-CN" dirty="0" err="1">
                <a:latin typeface="Arial"/>
                <a:ea typeface="等线"/>
                <a:cs typeface="Arial"/>
              </a:rPr>
              <a:t>Shitong</a:t>
            </a:r>
            <a:r>
              <a:rPr lang="en-US" altLang="zh-CN" dirty="0">
                <a:latin typeface="Arial"/>
                <a:ea typeface="等线"/>
                <a:cs typeface="Arial"/>
              </a:rPr>
              <a:t> Guo, shitongg@kth.se</a:t>
            </a:r>
          </a:p>
          <a:p>
            <a:r>
              <a:rPr lang="en-US" altLang="zh-CN" dirty="0" err="1">
                <a:latin typeface="Arial"/>
                <a:ea typeface="等线"/>
                <a:cs typeface="Arial"/>
              </a:rPr>
              <a:t>Weiyi</a:t>
            </a:r>
            <a:r>
              <a:rPr lang="en-US" altLang="zh-CN" dirty="0">
                <a:latin typeface="Arial"/>
                <a:ea typeface="等线"/>
                <a:cs typeface="Arial"/>
              </a:rPr>
              <a:t> Lyu</a:t>
            </a:r>
          </a:p>
          <a:p>
            <a:r>
              <a:rPr lang="en-US" altLang="zh-CN" dirty="0">
                <a:latin typeface="Arial"/>
                <a:ea typeface="等线"/>
                <a:cs typeface="Arial"/>
              </a:rPr>
              <a:t>January 16, 2026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形 4" descr="网络 纯色填充">
            <a:extLst>
              <a:ext uri="{FF2B5EF4-FFF2-40B4-BE49-F238E27FC236}">
                <a16:creationId xmlns:a16="http://schemas.microsoft.com/office/drawing/2014/main" id="{B93DD98F-BED3-A5EC-5F0A-E00F512CC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6544" y="4800600"/>
            <a:ext cx="914400" cy="914400"/>
          </a:xfrm>
          <a:prstGeom prst="rect">
            <a:avLst/>
          </a:prstGeom>
        </p:spPr>
      </p:pic>
      <p:pic>
        <p:nvPicPr>
          <p:cNvPr id="7" name="图形 6" descr="带齿轮的头部 纯色填充">
            <a:extLst>
              <a:ext uri="{FF2B5EF4-FFF2-40B4-BE49-F238E27FC236}">
                <a16:creationId xmlns:a16="http://schemas.microsoft.com/office/drawing/2014/main" id="{E50C574D-3A2A-29E0-6124-C983A2EE4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917" y="665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951F5783-9033-D00B-BF3C-6F6B03A113BD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B7BEAD3-8EEB-F11C-D714-B40441271E92}"/>
              </a:ext>
            </a:extLst>
          </p:cNvPr>
          <p:cNvSpPr txBox="1"/>
          <p:nvPr/>
        </p:nvSpPr>
        <p:spPr>
          <a:xfrm>
            <a:off x="2103176" y="333357"/>
            <a:ext cx="8564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>
                <a:solidFill>
                  <a:srgbClr val="1F497D">
                    <a:lumMod val="75000"/>
                  </a:srgbClr>
                </a:solidFill>
                <a:ea typeface="宋体" panose="02010600030101010101" pitchFamily="2" charset="-122"/>
              </a:rPr>
              <a:t>TASK </a:t>
            </a:r>
            <a:r>
              <a:rPr lang="en-US" altLang="zh-CN" dirty="0"/>
              <a:t>1 – Simulation of RTL design </a:t>
            </a:r>
            <a:br>
              <a:rPr lang="en-US" altLang="zh-CN" dirty="0"/>
            </a:b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76AD11-0DB5-79EB-B9C9-DC76412E9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89" y="1442177"/>
            <a:ext cx="10665221" cy="381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57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898D-6022-BF99-68A5-B4D5CA5B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02AAD73F-989C-34A2-F066-3617F45B622C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A924FAD-1E1F-D64A-33D4-65AE84A519C5}"/>
              </a:ext>
            </a:extLst>
          </p:cNvPr>
          <p:cNvSpPr txBox="1"/>
          <p:nvPr/>
        </p:nvSpPr>
        <p:spPr>
          <a:xfrm>
            <a:off x="2103176" y="333357"/>
            <a:ext cx="85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>
                <a:solidFill>
                  <a:srgbClr val="1F497D">
                    <a:lumMod val="75000"/>
                  </a:srgbClr>
                </a:solidFill>
                <a:ea typeface="宋体" panose="02010600030101010101" pitchFamily="2" charset="-122"/>
              </a:rPr>
              <a:t>TASK </a:t>
            </a:r>
            <a:r>
              <a:rPr lang="en-US" altLang="zh-CN" dirty="0"/>
              <a:t>2 – Flat logic synthesis </a:t>
            </a: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271A19CB-234B-DE6B-CA74-A90D28CFE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9834558"/>
                  </p:ext>
                </p:extLst>
              </p:nvPr>
            </p:nvGraphicFramePr>
            <p:xfrm>
              <a:off x="1952219" y="2628246"/>
              <a:ext cx="7590678" cy="185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0226">
                      <a:extLst>
                        <a:ext uri="{9D8B030D-6E8A-4147-A177-3AD203B41FA5}">
                          <a16:colId xmlns:a16="http://schemas.microsoft.com/office/drawing/2014/main" val="3275475457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3646664832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28453767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Clock Period (ns)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Power (</a:t>
                          </a:r>
                          <a:r>
                            <a:rPr lang="en-US" altLang="zh-CN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mW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Area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𝝁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607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10.4133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358652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810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20.6254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359511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1543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25.9535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365373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0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34.4214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389591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22535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271A19CB-234B-DE6B-CA74-A90D28CFE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9834558"/>
                  </p:ext>
                </p:extLst>
              </p:nvPr>
            </p:nvGraphicFramePr>
            <p:xfrm>
              <a:off x="1952219" y="2628246"/>
              <a:ext cx="7590678" cy="185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0226">
                      <a:extLst>
                        <a:ext uri="{9D8B030D-6E8A-4147-A177-3AD203B41FA5}">
                          <a16:colId xmlns:a16="http://schemas.microsoft.com/office/drawing/2014/main" val="3275475457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3646664832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2845376748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Clock Period (ns)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Power (</a:t>
                          </a:r>
                          <a:r>
                            <a:rPr lang="en-US" altLang="zh-CN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mW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82" t="-8197" r="-964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07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10.4133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358652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810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20.6254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359511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1543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25.9535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365373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0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34.4214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389591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22535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2495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7456-AD26-ABB8-DE46-B0377124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E2D712F2-575B-7F2D-4C0A-7E655CC1C5E8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C445A4A-1338-D0C1-FAB1-8917658AF66A}"/>
              </a:ext>
            </a:extLst>
          </p:cNvPr>
          <p:cNvSpPr txBox="1"/>
          <p:nvPr/>
        </p:nvSpPr>
        <p:spPr>
          <a:xfrm>
            <a:off x="2103176" y="333357"/>
            <a:ext cx="85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>
                <a:solidFill>
                  <a:srgbClr val="1F497D">
                    <a:lumMod val="75000"/>
                  </a:srgbClr>
                </a:solidFill>
                <a:ea typeface="宋体" panose="02010600030101010101" pitchFamily="2" charset="-122"/>
              </a:rPr>
              <a:t>TASK </a:t>
            </a:r>
            <a:r>
              <a:rPr lang="en-US" altLang="zh-CN" dirty="0"/>
              <a:t>3 – Bottom-Up logic synthesis </a:t>
            </a: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668DDE06-B791-7CFF-DF73-BC0953FF1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514044"/>
                  </p:ext>
                </p:extLst>
              </p:nvPr>
            </p:nvGraphicFramePr>
            <p:xfrm>
              <a:off x="1952219" y="2628246"/>
              <a:ext cx="7590678" cy="185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0226">
                      <a:extLst>
                        <a:ext uri="{9D8B030D-6E8A-4147-A177-3AD203B41FA5}">
                          <a16:colId xmlns:a16="http://schemas.microsoft.com/office/drawing/2014/main" val="3275475457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3646664832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28453767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Clock Period (ns)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Power (</a:t>
                          </a:r>
                          <a:r>
                            <a:rPr lang="en-US" altLang="zh-CN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mW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Area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𝝁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607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10.4048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363814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810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20.6061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364621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1543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0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22535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668DDE06-B791-7CFF-DF73-BC0953FF1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514044"/>
                  </p:ext>
                </p:extLst>
              </p:nvPr>
            </p:nvGraphicFramePr>
            <p:xfrm>
              <a:off x="1952219" y="2628246"/>
              <a:ext cx="7590678" cy="185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30226">
                      <a:extLst>
                        <a:ext uri="{9D8B030D-6E8A-4147-A177-3AD203B41FA5}">
                          <a16:colId xmlns:a16="http://schemas.microsoft.com/office/drawing/2014/main" val="3275475457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3646664832"/>
                        </a:ext>
                      </a:extLst>
                    </a:gridCol>
                    <a:gridCol w="2530226">
                      <a:extLst>
                        <a:ext uri="{9D8B030D-6E8A-4147-A177-3AD203B41FA5}">
                          <a16:colId xmlns:a16="http://schemas.microsoft.com/office/drawing/2014/main" val="2845376748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Clock Period (ns)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Power (</a:t>
                          </a:r>
                          <a:r>
                            <a:rPr lang="en-US" altLang="zh-CN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mW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82" t="-8197" r="-964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07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10.4048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363814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810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20.6061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364621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1543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8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0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22535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628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B7C1-3FA2-0FCA-1013-0364DE8B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3894E7AF-7DA8-1F42-3CF3-C4B732DF27E0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5147D98-3CF3-6EA1-6FA4-062E25A91ACE}"/>
              </a:ext>
            </a:extLst>
          </p:cNvPr>
          <p:cNvSpPr txBox="1"/>
          <p:nvPr/>
        </p:nvSpPr>
        <p:spPr>
          <a:xfrm>
            <a:off x="2103176" y="333357"/>
            <a:ext cx="85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/>
              <a:t>Task 4 - Flat Physical synthesis </a:t>
            </a: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23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E9D1-E1FE-65DF-BB2A-5B43A6B3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179E7E52-1D4D-11ED-5542-DFBD4DC69CDC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ABD743E-208D-7C54-6CF0-BA52B8BFA95D}"/>
              </a:ext>
            </a:extLst>
          </p:cNvPr>
          <p:cNvSpPr txBox="1"/>
          <p:nvPr/>
        </p:nvSpPr>
        <p:spPr>
          <a:xfrm>
            <a:off x="2103176" y="333357"/>
            <a:ext cx="85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/>
              <a:t>Task 5 - </a:t>
            </a:r>
            <a:r>
              <a:rPr lang="en-US" altLang="zh-CN" dirty="0" err="1"/>
              <a:t>Floorplaning</a:t>
            </a:r>
            <a:r>
              <a:rPr lang="en-US" altLang="zh-CN" dirty="0"/>
              <a:t> </a:t>
            </a: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112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3030C-1885-C09C-F648-7C5E888A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02208BB9-F762-8F49-0598-50437999F888}"/>
              </a:ext>
            </a:extLst>
          </p:cNvPr>
          <p:cNvCxnSpPr>
            <a:cxnSpLocks/>
          </p:cNvCxnSpPr>
          <p:nvPr/>
        </p:nvCxnSpPr>
        <p:spPr>
          <a:xfrm>
            <a:off x="1524001" y="1009650"/>
            <a:ext cx="7516091" cy="0"/>
          </a:xfrm>
          <a:prstGeom prst="lin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A528A24-D7C0-AABD-5EDD-808595790F44}"/>
              </a:ext>
            </a:extLst>
          </p:cNvPr>
          <p:cNvSpPr txBox="1"/>
          <p:nvPr/>
        </p:nvSpPr>
        <p:spPr>
          <a:xfrm>
            <a:off x="2103176" y="333357"/>
            <a:ext cx="85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altLang="zh-CN" dirty="0"/>
              <a:t>Task 6 - Hierarchical Physical synthesis </a:t>
            </a:r>
            <a:endParaRPr lang="en-US" altLang="zh-CN" dirty="0">
              <a:solidFill>
                <a:srgbClr val="1F497D">
                  <a:lumMod val="75000"/>
                </a:srgbClr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826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68958" y="3044279"/>
            <a:ext cx="9054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YOU!</a:t>
            </a:r>
            <a:endParaRPr lang="zh-CN" altLang="en-US" sz="4400" b="1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3D25E6-A04E-6DAC-A9AA-DB56B4A3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A366-ED82-4492-A156-B82469FF16E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118</Words>
  <Application>Microsoft Office PowerPoint</Application>
  <PresentationFormat>宽屏</PresentationFormat>
  <Paragraphs>47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Calibri</vt:lpstr>
      <vt:lpstr>Cambria Math</vt:lpstr>
      <vt:lpstr>Office 主题​​</vt:lpstr>
      <vt:lpstr>IL2225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郭</dc:creator>
  <cp:lastModifiedBy>Jason 郭</cp:lastModifiedBy>
  <cp:revision>19</cp:revision>
  <dcterms:created xsi:type="dcterms:W3CDTF">2026-01-14T14:56:53Z</dcterms:created>
  <dcterms:modified xsi:type="dcterms:W3CDTF">2026-01-14T15:29:37Z</dcterms:modified>
</cp:coreProperties>
</file>